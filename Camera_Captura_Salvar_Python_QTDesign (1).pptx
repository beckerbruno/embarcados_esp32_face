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2" r:id="rId3"/>
    <p:sldId id="363" r:id="rId4"/>
    <p:sldId id="425" r:id="rId5"/>
    <p:sldId id="364" r:id="rId6"/>
    <p:sldId id="3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02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22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79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82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1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52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60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09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44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86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794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9314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703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552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8919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254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83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5483E-E411-476A-B6C4-869E8C3B0E0F}" type="datetimeFigureOut">
              <a:rPr lang="pt-BR" smtClean="0"/>
              <a:t>13/11/2023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B49FE-95F2-4CE3-AE4A-42C1D2615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7482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B2FF7-315F-2CBC-0644-D618964B1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10543592" cy="1825096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FFFF00"/>
                </a:solidFill>
              </a:rPr>
              <a:t>Dica para abrir a câmera, capturar a imagem e salvar o frame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874210-81DC-AD44-3E82-B8E03A8E0F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Prof. Anderson Terroso</a:t>
            </a:r>
          </a:p>
        </p:txBody>
      </p:sp>
    </p:spTree>
    <p:extLst>
      <p:ext uri="{BB962C8B-B14F-4D97-AF65-F5344CB8AC3E}">
        <p14:creationId xmlns:p14="http://schemas.microsoft.com/office/powerpoint/2010/main" val="287376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22C9E-2129-39E1-35F9-8E98BC41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510" y="386423"/>
            <a:ext cx="9369490" cy="1293028"/>
          </a:xfrm>
        </p:spPr>
        <p:txBody>
          <a:bodyPr/>
          <a:lstStyle/>
          <a:p>
            <a:r>
              <a:rPr lang="pt-BR" b="1" dirty="0">
                <a:solidFill>
                  <a:srgbClr val="FFFF00"/>
                </a:solidFill>
              </a:rPr>
              <a:t>Exemplo abrir câmera e imagem</a:t>
            </a:r>
            <a:br>
              <a:rPr lang="pt-BR" b="1" dirty="0">
                <a:solidFill>
                  <a:srgbClr val="FFFF00"/>
                </a:solidFill>
              </a:rPr>
            </a:br>
            <a:r>
              <a:rPr lang="pt-BR" b="1" dirty="0">
                <a:solidFill>
                  <a:srgbClr val="FFFF00"/>
                </a:solidFill>
              </a:rPr>
              <a:t>botões usados no projeto</a:t>
            </a: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60DBF068-7098-BA74-1DB3-D8BFF172FD03}"/>
              </a:ext>
            </a:extLst>
          </p:cNvPr>
          <p:cNvGrpSpPr/>
          <p:nvPr/>
        </p:nvGrpSpPr>
        <p:grpSpPr>
          <a:xfrm>
            <a:off x="317241" y="1587199"/>
            <a:ext cx="11454882" cy="5253301"/>
            <a:chOff x="317241" y="1587199"/>
            <a:chExt cx="11454882" cy="5253301"/>
          </a:xfrm>
        </p:grpSpPr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DC5B37F5-F21E-C05E-A759-2B77D5C99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241" y="1587199"/>
              <a:ext cx="11454882" cy="5253301"/>
            </a:xfrm>
            <a:prstGeom prst="rect">
              <a:avLst/>
            </a:prstGeom>
          </p:spPr>
        </p:pic>
        <p:cxnSp>
          <p:nvCxnSpPr>
            <p:cNvPr id="7" name="Conector: Angulado 6">
              <a:extLst>
                <a:ext uri="{FF2B5EF4-FFF2-40B4-BE49-F238E27FC236}">
                  <a16:creationId xmlns:a16="http://schemas.microsoft.com/office/drawing/2014/main" id="{1CC1EFDB-A1E6-ED9D-6D95-E94D06762E0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3174" y="4134379"/>
              <a:ext cx="2514901" cy="1667075"/>
            </a:xfrm>
            <a:prstGeom prst="bentConnector3">
              <a:avLst>
                <a:gd name="adj1" fmla="val 284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: Angulado 8">
              <a:extLst>
                <a:ext uri="{FF2B5EF4-FFF2-40B4-BE49-F238E27FC236}">
                  <a16:creationId xmlns:a16="http://schemas.microsoft.com/office/drawing/2014/main" id="{C16CADFB-A917-8D35-AD6F-F4055A25D19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12368" y="3900188"/>
              <a:ext cx="6046249" cy="2334509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: Angulado 14">
              <a:extLst>
                <a:ext uri="{FF2B5EF4-FFF2-40B4-BE49-F238E27FC236}">
                  <a16:creationId xmlns:a16="http://schemas.microsoft.com/office/drawing/2014/main" id="{DF8BFF2E-2040-273E-819E-527B322BA0F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312371" y="2929808"/>
              <a:ext cx="6046247" cy="606495"/>
            </a:xfrm>
            <a:prstGeom prst="bentConnector3">
              <a:avLst>
                <a:gd name="adj1" fmla="val 9984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: Angulado 17">
              <a:extLst>
                <a:ext uri="{FF2B5EF4-FFF2-40B4-BE49-F238E27FC236}">
                  <a16:creationId xmlns:a16="http://schemas.microsoft.com/office/drawing/2014/main" id="{1FFE2161-2A39-39F3-9BAC-DA251A7D69A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634068" y="2929809"/>
              <a:ext cx="2740095" cy="422979"/>
            </a:xfrm>
            <a:prstGeom prst="bentConnector3">
              <a:avLst>
                <a:gd name="adj1" fmla="val 9971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: Angulado 20">
              <a:extLst>
                <a:ext uri="{FF2B5EF4-FFF2-40B4-BE49-F238E27FC236}">
                  <a16:creationId xmlns:a16="http://schemas.microsoft.com/office/drawing/2014/main" id="{72D8F309-0855-3B8F-A519-6C4D618A9AA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800815" y="2929809"/>
              <a:ext cx="7576452" cy="233255"/>
            </a:xfrm>
            <a:prstGeom prst="bentConnector3">
              <a:avLst>
                <a:gd name="adj1" fmla="val 9987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9637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B6F7E-74A7-F8FF-80DD-BE0FEDDD1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976" y="637346"/>
            <a:ext cx="9733383" cy="765847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FFFF00"/>
                </a:solidFill>
              </a:rPr>
              <a:t>Áreas para mostrar a imagem da câmera e de uma imagem salva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A5539C4-538A-7077-87D9-28A213C60A6A}"/>
              </a:ext>
            </a:extLst>
          </p:cNvPr>
          <p:cNvGrpSpPr/>
          <p:nvPr/>
        </p:nvGrpSpPr>
        <p:grpSpPr>
          <a:xfrm>
            <a:off x="317241" y="1587199"/>
            <a:ext cx="11454882" cy="5253301"/>
            <a:chOff x="317241" y="1587199"/>
            <a:chExt cx="11454882" cy="5253301"/>
          </a:xfrm>
        </p:grpSpPr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DA909435-CF9A-6FB7-2CEB-466AE5619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241" y="1587199"/>
              <a:ext cx="11454882" cy="5253301"/>
            </a:xfrm>
            <a:prstGeom prst="rect">
              <a:avLst/>
            </a:prstGeom>
          </p:spPr>
        </p:pic>
        <p:cxnSp>
          <p:nvCxnSpPr>
            <p:cNvPr id="10" name="Conector: Angulado 9">
              <a:extLst>
                <a:ext uri="{FF2B5EF4-FFF2-40B4-BE49-F238E27FC236}">
                  <a16:creationId xmlns:a16="http://schemas.microsoft.com/office/drawing/2014/main" id="{1E66172F-8E6B-9E6D-2420-8AEAEADC84D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69976" y="2799170"/>
              <a:ext cx="7007294" cy="1539563"/>
            </a:xfrm>
            <a:prstGeom prst="bentConnector3">
              <a:avLst>
                <a:gd name="adj1" fmla="val 10006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: Angulado 14">
              <a:extLst>
                <a:ext uri="{FF2B5EF4-FFF2-40B4-BE49-F238E27FC236}">
                  <a16:creationId xmlns:a16="http://schemas.microsoft.com/office/drawing/2014/main" id="{ECC1687D-CB24-CAC2-C630-5823B79B612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6081" y="2973805"/>
              <a:ext cx="2771189" cy="1374260"/>
            </a:xfrm>
            <a:prstGeom prst="bentConnector3">
              <a:avLst>
                <a:gd name="adj1" fmla="val 100505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672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E3AAADA-B738-1F9E-C9CE-54558AB4DB7A}"/>
              </a:ext>
            </a:extLst>
          </p:cNvPr>
          <p:cNvGrpSpPr/>
          <p:nvPr/>
        </p:nvGrpSpPr>
        <p:grpSpPr>
          <a:xfrm>
            <a:off x="320865" y="204283"/>
            <a:ext cx="11608481" cy="6470595"/>
            <a:chOff x="174950" y="204283"/>
            <a:chExt cx="11608481" cy="6470595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BD90AB5-6B3D-2810-BD22-6A8394A9F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950" y="204283"/>
              <a:ext cx="5454127" cy="328794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2E36F0-CABB-12CC-DBE9-74ECBCB77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4999" y="1819074"/>
              <a:ext cx="5454127" cy="328794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107372FA-A832-74C1-4287-A78136BFE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6171" y="588068"/>
              <a:ext cx="2717260" cy="195085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0399C66D-E33D-F616-4C94-B32C63F12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4063" y="3380365"/>
              <a:ext cx="5454127" cy="329451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5EF6AFA1-FBC7-28CD-5F0D-329B89AE2630}"/>
                </a:ext>
              </a:extLst>
            </p:cNvPr>
            <p:cNvCxnSpPr/>
            <p:nvPr/>
          </p:nvCxnSpPr>
          <p:spPr>
            <a:xfrm>
              <a:off x="872893" y="731278"/>
              <a:ext cx="603115" cy="74903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2F4BB420-51AF-48A1-CFCC-E6B02B0FA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98256" y="4727645"/>
              <a:ext cx="6169" cy="28210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D283A433-71B7-06DD-F7C6-C320D8918B29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860" y="1477025"/>
              <a:ext cx="0" cy="325062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2DAA7D30-A44B-0CBE-E3EE-0D43DFDDEFEA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7723758" y="1563495"/>
              <a:ext cx="1342413" cy="72250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015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8C6379AA-9841-BAA5-0EE1-3E536FB10AB1}"/>
              </a:ext>
            </a:extLst>
          </p:cNvPr>
          <p:cNvSpPr txBox="1"/>
          <p:nvPr/>
        </p:nvSpPr>
        <p:spPr>
          <a:xfrm>
            <a:off x="0" y="1551"/>
            <a:ext cx="9451910" cy="70173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500" dirty="0" err="1"/>
              <a:t>import</a:t>
            </a:r>
            <a:r>
              <a:rPr lang="pt-BR" sz="1500" dirty="0"/>
              <a:t> sys</a:t>
            </a:r>
          </a:p>
          <a:p>
            <a:r>
              <a:rPr lang="pt-BR" sz="1500" dirty="0" err="1"/>
              <a:t>import</a:t>
            </a:r>
            <a:r>
              <a:rPr lang="pt-BR" sz="1500" dirty="0"/>
              <a:t> cv2</a:t>
            </a:r>
          </a:p>
          <a:p>
            <a:r>
              <a:rPr lang="pt-BR" sz="1500" dirty="0" err="1"/>
              <a:t>from</a:t>
            </a:r>
            <a:r>
              <a:rPr lang="pt-BR" sz="1500" dirty="0"/>
              <a:t> PyQt5.QtCore </a:t>
            </a:r>
            <a:r>
              <a:rPr lang="pt-BR" sz="1500" dirty="0" err="1"/>
              <a:t>import</a:t>
            </a:r>
            <a:r>
              <a:rPr lang="pt-BR" sz="1500" dirty="0"/>
              <a:t> </a:t>
            </a:r>
            <a:r>
              <a:rPr lang="pt-BR" sz="1500" dirty="0" err="1"/>
              <a:t>QTimer</a:t>
            </a:r>
            <a:endParaRPr lang="pt-BR" sz="1500" dirty="0"/>
          </a:p>
          <a:p>
            <a:r>
              <a:rPr lang="pt-BR" sz="1500" dirty="0" err="1"/>
              <a:t>from</a:t>
            </a:r>
            <a:r>
              <a:rPr lang="pt-BR" sz="1500" dirty="0"/>
              <a:t> PyQt5 </a:t>
            </a:r>
            <a:r>
              <a:rPr lang="pt-BR" sz="1500" dirty="0" err="1"/>
              <a:t>import</a:t>
            </a:r>
            <a:r>
              <a:rPr lang="pt-BR" sz="1500" dirty="0"/>
              <a:t> </a:t>
            </a:r>
            <a:r>
              <a:rPr lang="pt-BR" sz="1500" dirty="0" err="1"/>
              <a:t>QtCore</a:t>
            </a:r>
            <a:r>
              <a:rPr lang="pt-BR" sz="1500" dirty="0"/>
              <a:t>, </a:t>
            </a:r>
            <a:r>
              <a:rPr lang="pt-BR" sz="1500" dirty="0" err="1"/>
              <a:t>QtGui</a:t>
            </a:r>
            <a:r>
              <a:rPr lang="pt-BR" sz="1500" dirty="0"/>
              <a:t>, </a:t>
            </a:r>
            <a:r>
              <a:rPr lang="pt-BR" sz="1500" dirty="0" err="1"/>
              <a:t>QtWidgets</a:t>
            </a:r>
            <a:endParaRPr lang="pt-BR" sz="1500" dirty="0"/>
          </a:p>
          <a:p>
            <a:r>
              <a:rPr lang="pt-BR" sz="1500" dirty="0" err="1"/>
              <a:t>from</a:t>
            </a:r>
            <a:r>
              <a:rPr lang="pt-BR" sz="1500" dirty="0"/>
              <a:t> PyQt5.QtWidgets </a:t>
            </a:r>
            <a:r>
              <a:rPr lang="pt-BR" sz="1500" dirty="0" err="1"/>
              <a:t>import</a:t>
            </a:r>
            <a:r>
              <a:rPr lang="pt-BR" sz="1500" dirty="0"/>
              <a:t> </a:t>
            </a:r>
            <a:r>
              <a:rPr lang="pt-BR" sz="1500" dirty="0" err="1"/>
              <a:t>QFileDialog</a:t>
            </a:r>
            <a:endParaRPr lang="pt-BR" sz="1500" dirty="0"/>
          </a:p>
          <a:p>
            <a:r>
              <a:rPr lang="pt-BR" sz="1500" dirty="0" err="1"/>
              <a:t>from</a:t>
            </a:r>
            <a:r>
              <a:rPr lang="pt-BR" sz="1500" dirty="0"/>
              <a:t> PyQt5.QtGui </a:t>
            </a:r>
            <a:r>
              <a:rPr lang="pt-BR" sz="1500" dirty="0" err="1"/>
              <a:t>import</a:t>
            </a:r>
            <a:r>
              <a:rPr lang="pt-BR" sz="1500" dirty="0"/>
              <a:t> </a:t>
            </a:r>
            <a:r>
              <a:rPr lang="pt-BR" sz="1500" dirty="0" err="1"/>
              <a:t>QImage</a:t>
            </a:r>
            <a:endParaRPr lang="pt-BR" sz="1500" dirty="0"/>
          </a:p>
          <a:p>
            <a:r>
              <a:rPr lang="pt-BR" sz="1500" dirty="0" err="1"/>
              <a:t>from</a:t>
            </a:r>
            <a:r>
              <a:rPr lang="pt-BR" sz="1500" dirty="0"/>
              <a:t> PyQt5.QtGui </a:t>
            </a:r>
            <a:r>
              <a:rPr lang="pt-BR" sz="1500" dirty="0" err="1"/>
              <a:t>import</a:t>
            </a:r>
            <a:r>
              <a:rPr lang="pt-BR" sz="1500" dirty="0"/>
              <a:t> </a:t>
            </a:r>
            <a:r>
              <a:rPr lang="pt-BR" sz="1500" dirty="0" err="1"/>
              <a:t>QPixmap</a:t>
            </a:r>
            <a:endParaRPr lang="pt-BR" sz="1500" dirty="0"/>
          </a:p>
          <a:p>
            <a:r>
              <a:rPr lang="pt-BR" sz="1500" dirty="0" err="1"/>
              <a:t>from</a:t>
            </a:r>
            <a:r>
              <a:rPr lang="pt-BR" sz="1500" dirty="0"/>
              <a:t> PyQt5 </a:t>
            </a:r>
            <a:r>
              <a:rPr lang="pt-BR" sz="1500" dirty="0" err="1"/>
              <a:t>import</a:t>
            </a:r>
            <a:r>
              <a:rPr lang="pt-BR" sz="1500" dirty="0"/>
              <a:t> </a:t>
            </a:r>
            <a:r>
              <a:rPr lang="pt-BR" sz="1500" dirty="0" err="1"/>
              <a:t>uic</a:t>
            </a:r>
            <a:endParaRPr lang="pt-BR" sz="1500" dirty="0"/>
          </a:p>
          <a:p>
            <a:endParaRPr lang="pt-BR" sz="1100" dirty="0"/>
          </a:p>
          <a:p>
            <a:r>
              <a:rPr lang="pt-BR" sz="1500" dirty="0" err="1"/>
              <a:t>def</a:t>
            </a:r>
            <a:r>
              <a:rPr lang="pt-BR" sz="1500" dirty="0"/>
              <a:t> </a:t>
            </a:r>
            <a:r>
              <a:rPr lang="pt-BR" sz="1500" dirty="0" err="1"/>
              <a:t>funcao_abrecam</a:t>
            </a:r>
            <a:r>
              <a:rPr lang="pt-BR" sz="1500" dirty="0"/>
              <a:t>():</a:t>
            </a:r>
          </a:p>
          <a:p>
            <a:r>
              <a:rPr lang="pt-BR" sz="1500" dirty="0"/>
              <a:t>    global capture</a:t>
            </a:r>
          </a:p>
          <a:p>
            <a:r>
              <a:rPr lang="pt-BR" sz="1500" dirty="0"/>
              <a:t>    capture = cv2.VideoCapture(0, cv2.CAP_DSHOW)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dimensions</a:t>
            </a:r>
            <a:r>
              <a:rPr lang="pt-BR" sz="1500" dirty="0"/>
              <a:t> = (640,480)</a:t>
            </a:r>
          </a:p>
          <a:p>
            <a:endParaRPr lang="pt-BR" sz="1050" dirty="0"/>
          </a:p>
          <a:p>
            <a:r>
              <a:rPr lang="pt-BR" sz="1500" dirty="0"/>
              <a:t>    </a:t>
            </a:r>
            <a:r>
              <a:rPr lang="pt-BR" sz="1500" dirty="0" err="1"/>
              <a:t>timer.setInterval</a:t>
            </a:r>
            <a:r>
              <a:rPr lang="pt-BR" sz="1500" dirty="0"/>
              <a:t>(50)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timer.timeout.connect</a:t>
            </a:r>
            <a:r>
              <a:rPr lang="pt-BR" sz="1500" dirty="0"/>
              <a:t>(</a:t>
            </a:r>
            <a:r>
              <a:rPr lang="pt-BR" sz="1500" dirty="0" err="1"/>
              <a:t>get_frame</a:t>
            </a:r>
            <a:r>
              <a:rPr lang="pt-BR" sz="1500" dirty="0"/>
              <a:t>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timer.start</a:t>
            </a:r>
            <a:r>
              <a:rPr lang="pt-BR" sz="1500" dirty="0"/>
              <a:t>()</a:t>
            </a:r>
          </a:p>
          <a:p>
            <a:endParaRPr lang="pt-BR" sz="1500" dirty="0"/>
          </a:p>
          <a:p>
            <a:r>
              <a:rPr lang="pt-BR" sz="1500" dirty="0" err="1"/>
              <a:t>def</a:t>
            </a:r>
            <a:r>
              <a:rPr lang="pt-BR" sz="1500" dirty="0"/>
              <a:t> </a:t>
            </a:r>
            <a:r>
              <a:rPr lang="pt-BR" sz="1500" dirty="0" err="1"/>
              <a:t>get_frame</a:t>
            </a:r>
            <a:r>
              <a:rPr lang="pt-BR" sz="1500" dirty="0"/>
              <a:t>():</a:t>
            </a:r>
          </a:p>
          <a:p>
            <a:r>
              <a:rPr lang="pt-BR" sz="1500" dirty="0"/>
              <a:t>    ok, frame = </a:t>
            </a:r>
            <a:r>
              <a:rPr lang="pt-BR" sz="1500" dirty="0" err="1"/>
              <a:t>capture.read</a:t>
            </a:r>
            <a:r>
              <a:rPr lang="pt-BR" sz="1500" dirty="0"/>
              <a:t>()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image</a:t>
            </a:r>
            <a:r>
              <a:rPr lang="pt-BR" sz="1500" dirty="0"/>
              <a:t> = </a:t>
            </a:r>
            <a:r>
              <a:rPr lang="pt-BR" sz="1500" dirty="0" err="1"/>
              <a:t>QImage</a:t>
            </a:r>
            <a:r>
              <a:rPr lang="pt-BR" sz="1500" dirty="0"/>
              <a:t>(frame,640,480, QImage.Format_RGB888).</a:t>
            </a:r>
            <a:r>
              <a:rPr lang="pt-BR" sz="1500" dirty="0" err="1"/>
              <a:t>rgbSwapped</a:t>
            </a:r>
            <a:r>
              <a:rPr lang="pt-BR" sz="1500" dirty="0"/>
              <a:t>()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pixmap</a:t>
            </a:r>
            <a:r>
              <a:rPr lang="pt-BR" sz="1500" dirty="0"/>
              <a:t> = </a:t>
            </a:r>
            <a:r>
              <a:rPr lang="pt-BR" sz="1500" dirty="0" err="1"/>
              <a:t>QPixmap</a:t>
            </a:r>
            <a:r>
              <a:rPr lang="pt-BR" sz="1500" dirty="0"/>
              <a:t>(</a:t>
            </a:r>
            <a:r>
              <a:rPr lang="pt-BR" sz="1500" dirty="0" err="1"/>
              <a:t>image</a:t>
            </a:r>
            <a:r>
              <a:rPr lang="pt-BR" sz="1500" dirty="0"/>
              <a:t>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janela.AreaCamera.setPixmap</a:t>
            </a:r>
            <a:r>
              <a:rPr lang="pt-BR" sz="1500" dirty="0"/>
              <a:t>(</a:t>
            </a:r>
            <a:r>
              <a:rPr lang="pt-BR" sz="1500" dirty="0" err="1"/>
              <a:t>pixmap</a:t>
            </a:r>
            <a:r>
              <a:rPr lang="pt-BR" sz="1500" dirty="0"/>
              <a:t>)</a:t>
            </a:r>
          </a:p>
          <a:p>
            <a:r>
              <a:rPr lang="pt-BR" sz="1500" dirty="0"/>
              <a:t>        </a:t>
            </a:r>
          </a:p>
          <a:p>
            <a:r>
              <a:rPr lang="pt-BR" sz="1500" dirty="0" err="1"/>
              <a:t>def</a:t>
            </a:r>
            <a:r>
              <a:rPr lang="pt-BR" sz="1500" dirty="0"/>
              <a:t> </a:t>
            </a:r>
            <a:r>
              <a:rPr lang="pt-BR" sz="1500" dirty="0" err="1"/>
              <a:t>funcao_abreimagem</a:t>
            </a:r>
            <a:r>
              <a:rPr lang="pt-BR" sz="1500" dirty="0"/>
              <a:t>():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nome_arquivo</a:t>
            </a:r>
            <a:r>
              <a:rPr lang="pt-BR" sz="1500" dirty="0"/>
              <a:t> = </a:t>
            </a:r>
            <a:r>
              <a:rPr lang="pt-BR" sz="1500" dirty="0" err="1"/>
              <a:t>QFileDialog.getOpenFileName</a:t>
            </a:r>
            <a:r>
              <a:rPr lang="pt-BR" sz="1500" dirty="0"/>
              <a:t>(</a:t>
            </a:r>
            <a:r>
              <a:rPr lang="pt-BR" sz="1500" dirty="0" err="1"/>
              <a:t>filter</a:t>
            </a:r>
            <a:r>
              <a:rPr lang="pt-BR" sz="1500" dirty="0"/>
              <a:t>="</a:t>
            </a:r>
            <a:r>
              <a:rPr lang="pt-BR" sz="1500" dirty="0" err="1"/>
              <a:t>Image</a:t>
            </a:r>
            <a:r>
              <a:rPr lang="pt-BR" sz="1500" dirty="0"/>
              <a:t> (*.*)")[0]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imagem_color</a:t>
            </a:r>
            <a:r>
              <a:rPr lang="pt-BR" sz="1500" dirty="0"/>
              <a:t> = cv2.imread(</a:t>
            </a:r>
            <a:r>
              <a:rPr lang="pt-BR" sz="1500" dirty="0" err="1"/>
              <a:t>nome_arquivo</a:t>
            </a:r>
            <a:r>
              <a:rPr lang="pt-BR" sz="1500" dirty="0"/>
              <a:t>)</a:t>
            </a:r>
          </a:p>
          <a:p>
            <a:r>
              <a:rPr lang="pt-BR" sz="1500" dirty="0"/>
              <a:t>    cv2.imwrite('imagem_original.png', </a:t>
            </a:r>
            <a:r>
              <a:rPr lang="pt-BR" sz="1500" dirty="0" err="1"/>
              <a:t>imagem_color</a:t>
            </a:r>
            <a:r>
              <a:rPr lang="pt-BR" sz="1500" dirty="0"/>
              <a:t>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pixmap</a:t>
            </a:r>
            <a:r>
              <a:rPr lang="pt-BR" sz="1500" dirty="0"/>
              <a:t> = </a:t>
            </a:r>
            <a:r>
              <a:rPr lang="pt-BR" sz="1500" dirty="0" err="1"/>
              <a:t>QPixmap</a:t>
            </a:r>
            <a:r>
              <a:rPr lang="pt-BR" sz="1500" dirty="0"/>
              <a:t>('imagem_original.png')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janela.AreaImagem.setPixmap</a:t>
            </a:r>
            <a:r>
              <a:rPr lang="pt-BR" sz="1500" dirty="0"/>
              <a:t>(</a:t>
            </a:r>
            <a:r>
              <a:rPr lang="pt-BR" sz="1500" dirty="0" err="1"/>
              <a:t>pixmap</a:t>
            </a:r>
            <a:r>
              <a:rPr lang="pt-BR" sz="1500" dirty="0"/>
              <a:t>)</a:t>
            </a:r>
          </a:p>
        </p:txBody>
      </p:sp>
      <p:sp>
        <p:nvSpPr>
          <p:cNvPr id="6" name="Chave Direita 5">
            <a:extLst>
              <a:ext uri="{FF2B5EF4-FFF2-40B4-BE49-F238E27FC236}">
                <a16:creationId xmlns:a16="http://schemas.microsoft.com/office/drawing/2014/main" id="{BDA0C582-8C06-32C3-EE5F-831246B29E48}"/>
              </a:ext>
            </a:extLst>
          </p:cNvPr>
          <p:cNvSpPr/>
          <p:nvPr/>
        </p:nvSpPr>
        <p:spPr>
          <a:xfrm>
            <a:off x="5010539" y="2304661"/>
            <a:ext cx="138503" cy="681730"/>
          </a:xfrm>
          <a:prstGeom prst="rightBrace">
            <a:avLst>
              <a:gd name="adj1" fmla="val 69069"/>
              <a:gd name="adj2" fmla="val 50000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have Direita 8">
            <a:extLst>
              <a:ext uri="{FF2B5EF4-FFF2-40B4-BE49-F238E27FC236}">
                <a16:creationId xmlns:a16="http://schemas.microsoft.com/office/drawing/2014/main" id="{E88ED7B1-2445-5173-1139-0DB871223580}"/>
              </a:ext>
            </a:extLst>
          </p:cNvPr>
          <p:cNvSpPr/>
          <p:nvPr/>
        </p:nvSpPr>
        <p:spPr>
          <a:xfrm>
            <a:off x="3623386" y="3161488"/>
            <a:ext cx="141218" cy="552095"/>
          </a:xfrm>
          <a:prstGeom prst="rightBrace">
            <a:avLst>
              <a:gd name="adj1" fmla="val 69069"/>
              <a:gd name="adj2" fmla="val 50000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Balão de Fala: Retângulo com Cantos Arredondados 11">
            <a:extLst>
              <a:ext uri="{FF2B5EF4-FFF2-40B4-BE49-F238E27FC236}">
                <a16:creationId xmlns:a16="http://schemas.microsoft.com/office/drawing/2014/main" id="{FCD212F6-BB26-1234-8404-35390248B625}"/>
              </a:ext>
            </a:extLst>
          </p:cNvPr>
          <p:cNvSpPr/>
          <p:nvPr/>
        </p:nvSpPr>
        <p:spPr>
          <a:xfrm>
            <a:off x="8151777" y="4533089"/>
            <a:ext cx="4040223" cy="2323360"/>
          </a:xfrm>
          <a:prstGeom prst="wedgeRoundRectCallout">
            <a:avLst>
              <a:gd name="adj1" fmla="val -75592"/>
              <a:gd name="adj2" fmla="val -4286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rgbSwapped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Este método está sendo chamado na instância da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QImage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Este método troca os valores dos canais vermelho (R) e azul (B) para cada pixel na imagem. Isso pode ser útil, por exemplo, se a imagem estiver em um formato BGR (comum em algumas bibliotecas e câmeras) e você quiser convertê-la para o formato RGB.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0AE3D0D-1699-51D3-F25B-4F5C533F3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7311"/>
            <a:ext cx="65" cy="95462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Balão de Fala: Retângulo com Cantos Arredondados 14">
            <a:extLst>
              <a:ext uri="{FF2B5EF4-FFF2-40B4-BE49-F238E27FC236}">
                <a16:creationId xmlns:a16="http://schemas.microsoft.com/office/drawing/2014/main" id="{C49A6349-4D88-1F12-A383-8762F4A7A72D}"/>
              </a:ext>
            </a:extLst>
          </p:cNvPr>
          <p:cNvSpPr/>
          <p:nvPr/>
        </p:nvSpPr>
        <p:spPr>
          <a:xfrm>
            <a:off x="8242573" y="2529018"/>
            <a:ext cx="3949427" cy="1817034"/>
          </a:xfrm>
          <a:prstGeom prst="wedgeRoundRectCallout">
            <a:avLst>
              <a:gd name="adj1" fmla="val -115080"/>
              <a:gd name="adj2" fmla="val 5598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QImage.Format_RGB888 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 o formato da imagem como RGB888, o que significa que a imagem tem três canais (vermelho, verde e azul) com 8 bits para cada canal.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ED37B04-BEEF-00AA-87C2-87C84746F82A}"/>
              </a:ext>
            </a:extLst>
          </p:cNvPr>
          <p:cNvSpPr/>
          <p:nvPr/>
        </p:nvSpPr>
        <p:spPr>
          <a:xfrm>
            <a:off x="29184" y="3955814"/>
            <a:ext cx="7902104" cy="1326305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B302C5A-C04A-2FEA-24D3-9C6501F7145B}"/>
              </a:ext>
            </a:extLst>
          </p:cNvPr>
          <p:cNvSpPr/>
          <p:nvPr/>
        </p:nvSpPr>
        <p:spPr>
          <a:xfrm>
            <a:off x="25936" y="2026492"/>
            <a:ext cx="7902104" cy="1817034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C3BC2FA-8D02-F46A-5B0D-CB6404273FF6}"/>
              </a:ext>
            </a:extLst>
          </p:cNvPr>
          <p:cNvSpPr/>
          <p:nvPr/>
        </p:nvSpPr>
        <p:spPr>
          <a:xfrm>
            <a:off x="16211" y="5401992"/>
            <a:ext cx="7902104" cy="1456008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Balão de Fala: Retângulo com Cantos Arredondados 18">
            <a:extLst>
              <a:ext uri="{FF2B5EF4-FFF2-40B4-BE49-F238E27FC236}">
                <a16:creationId xmlns:a16="http://schemas.microsoft.com/office/drawing/2014/main" id="{1EBE4EC5-8E7C-3A61-5AC4-E188315EF978}"/>
              </a:ext>
            </a:extLst>
          </p:cNvPr>
          <p:cNvSpPr/>
          <p:nvPr/>
        </p:nvSpPr>
        <p:spPr>
          <a:xfrm>
            <a:off x="3988341" y="3031853"/>
            <a:ext cx="3842427" cy="681730"/>
          </a:xfrm>
          <a:prstGeom prst="wedgeRoundRectCallout">
            <a:avLst>
              <a:gd name="adj1" fmla="val -55525"/>
              <a:gd name="adj2" fmla="val 489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Este trecho seta o intervalo do timer (50ms) e sempre que atinge o tempo, a função </a:t>
            </a:r>
            <a:r>
              <a:rPr lang="pt-BR" sz="1400" b="1" dirty="0" err="1"/>
              <a:t>get_frame</a:t>
            </a:r>
            <a:r>
              <a:rPr lang="pt-BR" sz="1400" b="1" dirty="0"/>
              <a:t> é chamada.</a:t>
            </a:r>
          </a:p>
        </p:txBody>
      </p:sp>
    </p:spTree>
    <p:extLst>
      <p:ext uri="{BB962C8B-B14F-4D97-AF65-F5344CB8AC3E}">
        <p14:creationId xmlns:p14="http://schemas.microsoft.com/office/powerpoint/2010/main" val="118220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7BCFEAB-A937-6FE0-C7C7-7BEC5662F0FD}"/>
              </a:ext>
            </a:extLst>
          </p:cNvPr>
          <p:cNvSpPr txBox="1"/>
          <p:nvPr/>
        </p:nvSpPr>
        <p:spPr>
          <a:xfrm>
            <a:off x="0" y="9331"/>
            <a:ext cx="9535886" cy="70173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500" dirty="0" err="1"/>
              <a:t>def</a:t>
            </a:r>
            <a:r>
              <a:rPr lang="pt-BR" sz="1500" dirty="0"/>
              <a:t> </a:t>
            </a:r>
            <a:r>
              <a:rPr lang="pt-BR" sz="1500" dirty="0" err="1"/>
              <a:t>funcao_fechacam</a:t>
            </a:r>
            <a:r>
              <a:rPr lang="pt-BR" sz="1500" dirty="0"/>
              <a:t>():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timer.stop</a:t>
            </a:r>
            <a:r>
              <a:rPr lang="pt-BR" sz="1500" dirty="0"/>
              <a:t>()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capture.release</a:t>
            </a:r>
            <a:r>
              <a:rPr lang="pt-BR" sz="1500" dirty="0"/>
              <a:t>()</a:t>
            </a:r>
          </a:p>
          <a:p>
            <a:endParaRPr lang="pt-BR" sz="1500" dirty="0"/>
          </a:p>
          <a:p>
            <a:endParaRPr lang="pt-BR" sz="1500" dirty="0"/>
          </a:p>
          <a:p>
            <a:r>
              <a:rPr lang="pt-BR" sz="1500" dirty="0" err="1"/>
              <a:t>def</a:t>
            </a:r>
            <a:r>
              <a:rPr lang="pt-BR" sz="1500" dirty="0"/>
              <a:t> </a:t>
            </a:r>
            <a:r>
              <a:rPr lang="pt-BR" sz="1500" dirty="0" err="1"/>
              <a:t>funcao_sair</a:t>
            </a:r>
            <a:r>
              <a:rPr lang="pt-BR" sz="1500" dirty="0"/>
              <a:t>():</a:t>
            </a:r>
          </a:p>
          <a:p>
            <a:r>
              <a:rPr lang="pt-BR" sz="1500" dirty="0"/>
              <a:t>    </a:t>
            </a:r>
            <a:r>
              <a:rPr lang="pt-BR" sz="1500" dirty="0" err="1"/>
              <a:t>janela.close</a:t>
            </a:r>
            <a:r>
              <a:rPr lang="pt-BR" sz="1500" dirty="0"/>
              <a:t>()</a:t>
            </a:r>
          </a:p>
          <a:p>
            <a:endParaRPr lang="pt-BR" sz="1500" dirty="0"/>
          </a:p>
          <a:p>
            <a:endParaRPr lang="pt-BR" sz="1500" dirty="0"/>
          </a:p>
          <a:p>
            <a:r>
              <a:rPr lang="pt-BR" sz="1500" dirty="0" err="1"/>
              <a:t>def</a:t>
            </a:r>
            <a:r>
              <a:rPr lang="pt-BR" sz="1500" dirty="0"/>
              <a:t> </a:t>
            </a:r>
            <a:r>
              <a:rPr lang="pt-BR" sz="1500" dirty="0" err="1"/>
              <a:t>funcao_salvaframe</a:t>
            </a:r>
            <a:r>
              <a:rPr lang="pt-BR" sz="1500" dirty="0"/>
              <a:t>():</a:t>
            </a:r>
          </a:p>
          <a:p>
            <a:r>
              <a:rPr lang="pt-BR" sz="1500" dirty="0"/>
              <a:t>    ok, frame = </a:t>
            </a:r>
            <a:r>
              <a:rPr lang="pt-BR" sz="1500" dirty="0" err="1"/>
              <a:t>capture.read</a:t>
            </a:r>
            <a:r>
              <a:rPr lang="pt-BR" sz="1500" dirty="0"/>
              <a:t>()</a:t>
            </a:r>
          </a:p>
          <a:p>
            <a:r>
              <a:rPr lang="pt-BR" sz="1500" dirty="0"/>
              <a:t>    cv2.imwrite('foto.png', frame)</a:t>
            </a:r>
          </a:p>
          <a:p>
            <a:endParaRPr lang="pt-BR" sz="1500" dirty="0"/>
          </a:p>
          <a:p>
            <a:endParaRPr lang="pt-BR" sz="1500" dirty="0"/>
          </a:p>
          <a:p>
            <a:r>
              <a:rPr lang="pt-BR" sz="1500" dirty="0"/>
              <a:t>timer = </a:t>
            </a:r>
            <a:r>
              <a:rPr lang="pt-BR" sz="1500" dirty="0" err="1"/>
              <a:t>QtCore.QTimer</a:t>
            </a:r>
            <a:r>
              <a:rPr lang="pt-BR" sz="1500" dirty="0"/>
              <a:t>()</a:t>
            </a:r>
          </a:p>
          <a:p>
            <a:endParaRPr lang="pt-BR" sz="1500" dirty="0"/>
          </a:p>
          <a:p>
            <a:endParaRPr lang="pt-BR" sz="1500" dirty="0"/>
          </a:p>
          <a:p>
            <a:r>
              <a:rPr lang="pt-BR" sz="1500" dirty="0"/>
              <a:t>app = </a:t>
            </a:r>
            <a:r>
              <a:rPr lang="pt-BR" sz="1500" dirty="0" err="1"/>
              <a:t>QtWidgets.QApplication</a:t>
            </a:r>
            <a:r>
              <a:rPr lang="pt-BR" sz="1500" dirty="0"/>
              <a:t>([])</a:t>
            </a:r>
          </a:p>
          <a:p>
            <a:r>
              <a:rPr lang="pt-BR" sz="1500" dirty="0"/>
              <a:t>janela = </a:t>
            </a:r>
            <a:r>
              <a:rPr lang="pt-BR" sz="1500" dirty="0" err="1"/>
              <a:t>uic.loadUi</a:t>
            </a:r>
            <a:r>
              <a:rPr lang="pt-BR" sz="1500" dirty="0"/>
              <a:t>("</a:t>
            </a:r>
            <a:r>
              <a:rPr lang="pt-BR" sz="1500" dirty="0" err="1"/>
              <a:t>camera_imagem_qt_py.ui</a:t>
            </a:r>
            <a:r>
              <a:rPr lang="pt-BR" sz="1500" dirty="0"/>
              <a:t>")</a:t>
            </a:r>
          </a:p>
          <a:p>
            <a:endParaRPr lang="pt-BR" sz="1500" dirty="0"/>
          </a:p>
          <a:p>
            <a:endParaRPr lang="pt-BR" sz="1500" dirty="0"/>
          </a:p>
          <a:p>
            <a:r>
              <a:rPr lang="pt-BR" sz="1500" dirty="0" err="1"/>
              <a:t>janela.Btn_AbreCam.clicked.connect</a:t>
            </a:r>
            <a:r>
              <a:rPr lang="pt-BR" sz="1500" dirty="0"/>
              <a:t>(</a:t>
            </a:r>
            <a:r>
              <a:rPr lang="pt-BR" sz="1500" dirty="0" err="1"/>
              <a:t>funcao_abrecam</a:t>
            </a:r>
            <a:r>
              <a:rPr lang="pt-BR" sz="1500" dirty="0"/>
              <a:t>)</a:t>
            </a:r>
          </a:p>
          <a:p>
            <a:r>
              <a:rPr lang="pt-BR" sz="1500" dirty="0" err="1"/>
              <a:t>janela.Btn_AbreImagem.clicked.connect</a:t>
            </a:r>
            <a:r>
              <a:rPr lang="pt-BR" sz="1500" dirty="0"/>
              <a:t>(</a:t>
            </a:r>
            <a:r>
              <a:rPr lang="pt-BR" sz="1500" dirty="0" err="1"/>
              <a:t>funcao_abreimagem</a:t>
            </a:r>
            <a:r>
              <a:rPr lang="pt-BR" sz="1500" dirty="0"/>
              <a:t>)</a:t>
            </a:r>
          </a:p>
          <a:p>
            <a:r>
              <a:rPr lang="pt-BR" sz="1500" dirty="0" err="1"/>
              <a:t>janela.Btn_FechaCam.clicked.connect</a:t>
            </a:r>
            <a:r>
              <a:rPr lang="pt-BR" sz="1500" dirty="0"/>
              <a:t>(</a:t>
            </a:r>
            <a:r>
              <a:rPr lang="pt-BR" sz="1500" dirty="0" err="1"/>
              <a:t>funcao_fechacam</a:t>
            </a:r>
            <a:r>
              <a:rPr lang="pt-BR" sz="1500" dirty="0"/>
              <a:t>)</a:t>
            </a:r>
          </a:p>
          <a:p>
            <a:r>
              <a:rPr lang="pt-BR" sz="1500" dirty="0" err="1"/>
              <a:t>janela.Btn_Sair.clicked.connect</a:t>
            </a:r>
            <a:r>
              <a:rPr lang="pt-BR" sz="1500" dirty="0"/>
              <a:t>(</a:t>
            </a:r>
            <a:r>
              <a:rPr lang="pt-BR" sz="1500" dirty="0" err="1"/>
              <a:t>funcao_sair</a:t>
            </a:r>
            <a:r>
              <a:rPr lang="pt-BR" sz="1500" dirty="0"/>
              <a:t>)</a:t>
            </a:r>
          </a:p>
          <a:p>
            <a:r>
              <a:rPr lang="pt-BR" sz="1500" dirty="0" err="1"/>
              <a:t>janela.Btn_SalvaFrame.clicked.connect</a:t>
            </a:r>
            <a:r>
              <a:rPr lang="pt-BR" sz="1500" dirty="0"/>
              <a:t>(</a:t>
            </a:r>
            <a:r>
              <a:rPr lang="pt-BR" sz="1500" dirty="0" err="1"/>
              <a:t>funcao_salvaframe</a:t>
            </a:r>
            <a:r>
              <a:rPr lang="pt-BR" sz="1500" dirty="0"/>
              <a:t>)</a:t>
            </a:r>
          </a:p>
          <a:p>
            <a:endParaRPr lang="pt-BR" sz="2400" dirty="0"/>
          </a:p>
          <a:p>
            <a:r>
              <a:rPr lang="pt-BR" sz="1500" dirty="0" err="1"/>
              <a:t>janela.show</a:t>
            </a:r>
            <a:r>
              <a:rPr lang="pt-BR" sz="1500" dirty="0"/>
              <a:t>()</a:t>
            </a:r>
          </a:p>
          <a:p>
            <a:r>
              <a:rPr lang="pt-BR" sz="1500" dirty="0" err="1"/>
              <a:t>app.exec</a:t>
            </a:r>
            <a:r>
              <a:rPr lang="pt-BR" sz="1500" dirty="0"/>
              <a:t>_()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7B94AC9-6826-4DAE-0853-1372A4467861}"/>
              </a:ext>
            </a:extLst>
          </p:cNvPr>
          <p:cNvSpPr/>
          <p:nvPr/>
        </p:nvSpPr>
        <p:spPr>
          <a:xfrm>
            <a:off x="35664" y="4769707"/>
            <a:ext cx="7902104" cy="1348998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51DC015-0150-4BC1-9ABA-86AE940A6F9E}"/>
              </a:ext>
            </a:extLst>
          </p:cNvPr>
          <p:cNvSpPr/>
          <p:nvPr/>
        </p:nvSpPr>
        <p:spPr>
          <a:xfrm>
            <a:off x="42145" y="3142032"/>
            <a:ext cx="7902104" cy="570681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A9144C7-FA59-22A7-8107-D009F242D056}"/>
              </a:ext>
            </a:extLst>
          </p:cNvPr>
          <p:cNvSpPr/>
          <p:nvPr/>
        </p:nvSpPr>
        <p:spPr>
          <a:xfrm>
            <a:off x="38912" y="38515"/>
            <a:ext cx="7902104" cy="875886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88C1728-648C-26EB-0DF0-87BF6AFC849C}"/>
              </a:ext>
            </a:extLst>
          </p:cNvPr>
          <p:cNvSpPr/>
          <p:nvPr/>
        </p:nvSpPr>
        <p:spPr>
          <a:xfrm>
            <a:off x="35664" y="1076129"/>
            <a:ext cx="7902104" cy="807714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CBB55CB-4A19-BE77-BC02-49578FDF231C}"/>
              </a:ext>
            </a:extLst>
          </p:cNvPr>
          <p:cNvSpPr/>
          <p:nvPr/>
        </p:nvSpPr>
        <p:spPr>
          <a:xfrm>
            <a:off x="35664" y="2045571"/>
            <a:ext cx="7902104" cy="911942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DF577E4-BF22-E87F-D34F-F0EBADB53658}"/>
              </a:ext>
            </a:extLst>
          </p:cNvPr>
          <p:cNvSpPr/>
          <p:nvPr/>
        </p:nvSpPr>
        <p:spPr>
          <a:xfrm>
            <a:off x="42145" y="3930361"/>
            <a:ext cx="7902104" cy="570681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028691A-98F9-F456-9F05-7678F959A3D7}"/>
              </a:ext>
            </a:extLst>
          </p:cNvPr>
          <p:cNvSpPr/>
          <p:nvPr/>
        </p:nvSpPr>
        <p:spPr>
          <a:xfrm>
            <a:off x="42145" y="6329304"/>
            <a:ext cx="7902104" cy="570681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Balão de Fala: Retângulo com Cantos Arredondados 1">
            <a:extLst>
              <a:ext uri="{FF2B5EF4-FFF2-40B4-BE49-F238E27FC236}">
                <a16:creationId xmlns:a16="http://schemas.microsoft.com/office/drawing/2014/main" id="{A6437D06-D9F1-AC6A-7BCB-6C9F7D86D21F}"/>
              </a:ext>
            </a:extLst>
          </p:cNvPr>
          <p:cNvSpPr/>
          <p:nvPr/>
        </p:nvSpPr>
        <p:spPr>
          <a:xfrm>
            <a:off x="8117633" y="1735493"/>
            <a:ext cx="3713583" cy="1977219"/>
          </a:xfrm>
          <a:prstGeom prst="wedgeRoundRectCallout">
            <a:avLst>
              <a:gd name="adj1" fmla="val -204217"/>
              <a:gd name="adj2" fmla="val 3495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Importante criar uma instância do objeto </a:t>
            </a:r>
            <a:r>
              <a:rPr lang="pt-BR" dirty="0" err="1"/>
              <a:t>Qtimer</a:t>
            </a:r>
            <a:r>
              <a:rPr lang="pt-BR" dirty="0"/>
              <a:t> do módulo </a:t>
            </a:r>
            <a:r>
              <a:rPr lang="pt-BR" dirty="0" err="1"/>
              <a:t>QtCore</a:t>
            </a:r>
            <a:r>
              <a:rPr lang="pt-BR" dirty="0"/>
              <a:t> fora da função onde o timer é executado.</a:t>
            </a:r>
          </a:p>
        </p:txBody>
      </p:sp>
      <p:sp>
        <p:nvSpPr>
          <p:cNvPr id="3" name="Balão de Fala: Retângulo com Cantos Arredondados 2">
            <a:extLst>
              <a:ext uri="{FF2B5EF4-FFF2-40B4-BE49-F238E27FC236}">
                <a16:creationId xmlns:a16="http://schemas.microsoft.com/office/drawing/2014/main" id="{FBFD8568-1146-69C3-0F54-CCB277F01782}"/>
              </a:ext>
            </a:extLst>
          </p:cNvPr>
          <p:cNvSpPr/>
          <p:nvPr/>
        </p:nvSpPr>
        <p:spPr>
          <a:xfrm>
            <a:off x="8186057" y="39420"/>
            <a:ext cx="3713583" cy="874982"/>
          </a:xfrm>
          <a:prstGeom prst="wedgeRoundRectCallout">
            <a:avLst>
              <a:gd name="adj1" fmla="val -230850"/>
              <a:gd name="adj2" fmla="val -770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Quando fecha a câmera é importante parar o timer.</a:t>
            </a:r>
          </a:p>
        </p:txBody>
      </p:sp>
    </p:spTree>
    <p:extLst>
      <p:ext uri="{BB962C8B-B14F-4D97-AF65-F5344CB8AC3E}">
        <p14:creationId xmlns:p14="http://schemas.microsoft.com/office/powerpoint/2010/main" val="333287589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3</TotalTime>
  <Words>561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Trilha de Vapor</vt:lpstr>
      <vt:lpstr>Dica para abrir a câmera, capturar a imagem e salvar o frame</vt:lpstr>
      <vt:lpstr>Exemplo abrir câmera e imagem botões usados no projeto</vt:lpstr>
      <vt:lpstr>Áreas para mostrar a imagem da câmera e de uma imagem salva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Dica para abrir a câmera, capturar a imagem e salvar o frame</dc:title>
  <dc:creator>Anderson Terroso</dc:creator>
  <cp:lastModifiedBy>Anderson Terroso</cp:lastModifiedBy>
  <cp:revision>1</cp:revision>
  <dcterms:created xsi:type="dcterms:W3CDTF">2023-11-13T22:49:32Z</dcterms:created>
  <dcterms:modified xsi:type="dcterms:W3CDTF">2023-11-13T22:53:27Z</dcterms:modified>
</cp:coreProperties>
</file>